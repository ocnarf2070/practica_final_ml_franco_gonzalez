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62" r:id="rId5"/>
    <p:sldId id="259" r:id="rId6"/>
    <p:sldId id="260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6CB392B8-1B79-45FD-AA49-1D6B2BC39833}">
          <p14:sldIdLst>
            <p14:sldId id="256"/>
            <p14:sldId id="257"/>
            <p14:sldId id="258"/>
            <p14:sldId id="262"/>
          </p14:sldIdLst>
        </p14:section>
        <p14:section name="Sección sin título" id="{ADDFC46B-7D4B-440D-BB12-FCA1C393F2FF}">
          <p14:sldIdLst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147a6bd4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147a6bd4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147a6bd48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147a6bd48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4C9BF7A9-5658-51C9-3C1A-65C39482F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147a6bd48_0_9:notes">
            <a:extLst>
              <a:ext uri="{FF2B5EF4-FFF2-40B4-BE49-F238E27FC236}">
                <a16:creationId xmlns:a16="http://schemas.microsoft.com/office/drawing/2014/main" id="{ADFA3A65-4014-281F-6DEE-471FB0AEA6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147a6bd48_0_9:notes">
            <a:extLst>
              <a:ext uri="{FF2B5EF4-FFF2-40B4-BE49-F238E27FC236}">
                <a16:creationId xmlns:a16="http://schemas.microsoft.com/office/drawing/2014/main" id="{B4E51EC4-9BBB-B939-3CBD-29B1269ADC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46791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147a6bd48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147a6bd48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147a6bd48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147a6bd48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4799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Análisis de Recompra en Online Retail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Objetivos</a:t>
            </a:r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2317350" y="1152475"/>
            <a:ext cx="6515100" cy="9330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 dirty="0"/>
              <a:t>Pobabilidad de recompra de los clientes</a:t>
            </a:r>
            <a:endParaRPr sz="1200" dirty="0"/>
          </a:p>
        </p:txBody>
      </p:sp>
      <p:sp>
        <p:nvSpPr>
          <p:cNvPr id="61" name="Google Shape;61;p14"/>
          <p:cNvSpPr/>
          <p:nvPr/>
        </p:nvSpPr>
        <p:spPr>
          <a:xfrm>
            <a:off x="387850" y="1152500"/>
            <a:ext cx="1835100" cy="9330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Objetivos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387850" y="2221250"/>
            <a:ext cx="1835100" cy="23475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Asunciones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2317350" y="2220225"/>
            <a:ext cx="6515100" cy="23475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71450" indent="-171450">
              <a:spcAft>
                <a:spcPts val="1200"/>
              </a:spcAft>
            </a:pPr>
            <a:r>
              <a:rPr lang="es-ES" sz="1200" dirty="0"/>
              <a:t>Sólo los datos de los clientes</a:t>
            </a:r>
          </a:p>
          <a:p>
            <a:pPr marL="171450" indent="-171450">
              <a:spcAft>
                <a:spcPts val="1200"/>
              </a:spcAft>
            </a:pPr>
            <a:r>
              <a:rPr lang="es-ES" sz="1200" dirty="0"/>
              <a:t>Eliminación de clientes no identificados o de operaciones internas (ej. destrucción de stock)</a:t>
            </a:r>
          </a:p>
          <a:p>
            <a:pPr marL="171450" indent="-171450">
              <a:spcAft>
                <a:spcPts val="1200"/>
              </a:spcAft>
            </a:pPr>
            <a:r>
              <a:rPr lang="es-ES" sz="1200" dirty="0"/>
              <a:t>Eliminación de valores extraordinariamente elevados de las compras tanto en precio como de cantidad comprada.</a:t>
            </a:r>
            <a:endParaRPr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Análisis negocio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65F298D-9F60-4A37-17C1-CD69A598AC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1356879"/>
            <a:ext cx="7524750" cy="27622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FD256CCD-518F-4310-E7DD-BE8C11278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E556BB70-F839-0532-FF82-07E65E83A5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Análisis negocio</a:t>
            </a: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38D2806-9C92-0445-4AF9-65AFE13D8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1936" y="1017725"/>
            <a:ext cx="6560128" cy="202947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CDDC5F9-4C55-3748-B46A-7B20F61FA1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1936" y="3047203"/>
            <a:ext cx="6560129" cy="2050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443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Análisis tras Machine Learning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29E3C3F-C531-8406-ED22-40A289C81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274033"/>
            <a:ext cx="3710533" cy="2750711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F3BC8F1-D62D-E21C-FE5B-000E807B403C}"/>
              </a:ext>
            </a:extLst>
          </p:cNvPr>
          <p:cNvSpPr txBox="1"/>
          <p:nvPr/>
        </p:nvSpPr>
        <p:spPr>
          <a:xfrm>
            <a:off x="4488874" y="1274033"/>
            <a:ext cx="403167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Numero de compras realizadas la más importante → Importancia a los clientes leales.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Total completo comprado del cliente la segunda más importante → ¿Forma de fidelizar más?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No importancia entre personas de UK que extranjeras.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Tener en cuanta la gente que ha vuelto en menor tiempo a la tienda desde el día a analizar (09/12/2010)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Conclusiones y Próximos pasos</a:t>
            </a:r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2317350" y="1152475"/>
            <a:ext cx="6515100" cy="9330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71450" indent="-171450">
              <a:spcAft>
                <a:spcPts val="1200"/>
              </a:spcAft>
            </a:pPr>
            <a:r>
              <a:rPr lang="es-ES" sz="1200" dirty="0"/>
              <a:t>Modelo de fidelización a clientes que tienen varias visitas y compran en mayor cantidad.</a:t>
            </a:r>
          </a:p>
          <a:p>
            <a:pPr marL="171450" indent="-171450">
              <a:spcAft>
                <a:spcPts val="1200"/>
              </a:spcAft>
            </a:pPr>
            <a:r>
              <a:rPr lang="es-ES" sz="1200" dirty="0"/>
              <a:t>Planes de refuerzo en los días cercano a Navidad.</a:t>
            </a:r>
          </a:p>
          <a:p>
            <a:pPr marL="0" indent="0">
              <a:spcAft>
                <a:spcPts val="1200"/>
              </a:spcAft>
              <a:buNone/>
            </a:pPr>
            <a:endParaRPr sz="1200" dirty="0"/>
          </a:p>
        </p:txBody>
      </p:sp>
      <p:sp>
        <p:nvSpPr>
          <p:cNvPr id="80" name="Google Shape;80;p17"/>
          <p:cNvSpPr/>
          <p:nvPr/>
        </p:nvSpPr>
        <p:spPr>
          <a:xfrm>
            <a:off x="387850" y="1152500"/>
            <a:ext cx="1835100" cy="9330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Conclusiones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387850" y="2221250"/>
            <a:ext cx="1835100" cy="23475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Próximos pasos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2317350" y="2220225"/>
            <a:ext cx="6515100" cy="23475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71450" indent="-171450">
              <a:spcAft>
                <a:spcPts val="1200"/>
              </a:spcAft>
            </a:pPr>
            <a:r>
              <a:rPr lang="es-ES" sz="1200" dirty="0"/>
              <a:t>Expansión a otros mercados.</a:t>
            </a:r>
          </a:p>
          <a:p>
            <a:pPr marL="171450" indent="-171450">
              <a:spcAft>
                <a:spcPts val="1200"/>
              </a:spcAft>
            </a:pPr>
            <a:r>
              <a:rPr lang="es-ES" sz="1200" dirty="0"/>
              <a:t>Mejor control de los productos y ventas. → Posible perdida de datos importantes por no notificar que cliente es o mezclar ventas con inventario.</a:t>
            </a:r>
          </a:p>
          <a:p>
            <a:pPr marL="171450" indent="-171450">
              <a:spcAft>
                <a:spcPts val="1200"/>
              </a:spcAft>
            </a:pPr>
            <a:r>
              <a:rPr lang="es-ES" sz="1200" dirty="0"/>
              <a:t>Investigación de los motivos de devolución de productos.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194</Words>
  <Application>Microsoft Office PowerPoint</Application>
  <PresentationFormat>Presentación en pantalla (16:9)</PresentationFormat>
  <Paragraphs>23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8" baseType="lpstr">
      <vt:lpstr>Arial</vt:lpstr>
      <vt:lpstr>Simple Light</vt:lpstr>
      <vt:lpstr>Análisis de Recompra en Online Retail</vt:lpstr>
      <vt:lpstr>Objetivos</vt:lpstr>
      <vt:lpstr>Análisis negocio</vt:lpstr>
      <vt:lpstr>Análisis negocio</vt:lpstr>
      <vt:lpstr>Análisis tras Machine Learning</vt:lpstr>
      <vt:lpstr>Conclusiones y Próximos pasos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Franco Emanuel González Sánchez</cp:lastModifiedBy>
  <cp:revision>2</cp:revision>
  <dcterms:modified xsi:type="dcterms:W3CDTF">2026-06-07T21:46:16Z</dcterms:modified>
</cp:coreProperties>
</file>